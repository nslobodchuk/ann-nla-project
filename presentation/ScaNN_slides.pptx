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0.9072</c:v>
                </c:pt>
                <c:pt idx="1">
                  <c:v>0.9033</c:v>
                </c:pt>
                <c:pt idx="2">
                  <c:v>0.8242</c:v>
                </c:pt>
                <c:pt idx="3">
                  <c:v>0.7137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0.11262465380004869</c:v>
                </c:pt>
                <c:pt idx="1">
                  <c:v>0.21479005529999995</c:v>
                </c:pt>
                <c:pt idx="2">
                  <c:v>0.21760457399996086</c:v>
                </c:pt>
                <c:pt idx="3">
                  <c:v>0.24755915424993874</c:v>
                </c:pt>
                <c:pt idx="4">
                  <c:v>0.2785593744500147</c:v>
                </c:pt>
                <c:pt idx="5">
                  <c:v>0.302135078900028</c:v>
                </c:pt>
                <c:pt idx="6">
                  <c:v>0.31093295890004813</c:v>
                </c:pt>
                <c:pt idx="7">
                  <c:v>0.3637492702500822</c:v>
                </c:pt>
                <c:pt idx="8">
                  <c:v>0.4349468701499063</c:v>
                </c:pt>
                <c:pt idx="9">
                  <c:v>0.43923480015000677</c:v>
                </c:pt>
                <c:pt idx="10">
                  <c:v>0.502859011000146</c:v>
                </c:pt>
                <c:pt idx="11">
                  <c:v>0.533451167000021</c:v>
                </c:pt>
                <c:pt idx="12">
                  <c:v>0.5504098123999939</c:v>
                </c:pt>
                <c:pt idx="13">
                  <c:v>0.5513541987500503</c:v>
                </c:pt>
                <c:pt idx="14">
                  <c:v>0.634544975100107</c:v>
                </c:pt>
                <c:pt idx="15">
                  <c:v>0.7448767778500042</c:v>
                </c:pt>
                <c:pt idx="16">
                  <c:v>0.751265550700009</c:v>
                </c:pt>
                <c:pt idx="17">
                  <c:v>1.0578505183000744</c:v>
                </c:pt>
                <c:pt idx="18">
                  <c:v>1.1928146102000028</c:v>
                </c:pt>
                <c:pt idx="19">
                  <c:v>1.2212094434498795</c:v>
                </c:pt>
                <c:pt idx="20">
                  <c:v>3.2248726744999656</c:v>
                </c:pt>
                <c:pt idx="21">
                  <c:v>3.637673199349956</c:v>
                </c:pt>
                <c:pt idx="22">
                  <c:v>4.157476166650122</c:v>
                </c:pt>
                <c:pt idx="23">
                  <c:v>4.21415977025008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0.54849</c:v>
                </c:pt>
                <c:pt idx="1">
                  <c:v>0.405575</c:v>
                </c:pt>
                <c:pt idx="2">
                  <c:v>0.678955</c:v>
                </c:pt>
                <c:pt idx="3">
                  <c:v>0.405575</c:v>
                </c:pt>
                <c:pt idx="4">
                  <c:v>0.609625</c:v>
                </c:pt>
                <c:pt idx="5">
                  <c:v>0.68228</c:v>
                </c:pt>
                <c:pt idx="6">
                  <c:v>0.676805</c:v>
                </c:pt>
                <c:pt idx="7">
                  <c:v>0.73268</c:v>
                </c:pt>
                <c:pt idx="8">
                  <c:v>0.725675</c:v>
                </c:pt>
                <c:pt idx="9">
                  <c:v>0.776775</c:v>
                </c:pt>
                <c:pt idx="10">
                  <c:v>0.824455</c:v>
                </c:pt>
                <c:pt idx="11">
                  <c:v>0.833445</c:v>
                </c:pt>
                <c:pt idx="12">
                  <c:v>0.775865</c:v>
                </c:pt>
                <c:pt idx="13">
                  <c:v>0.729275</c:v>
                </c:pt>
                <c:pt idx="14">
                  <c:v>0.83679</c:v>
                </c:pt>
                <c:pt idx="15">
                  <c:v>0.880185</c:v>
                </c:pt>
                <c:pt idx="16">
                  <c:v>0.837985</c:v>
                </c:pt>
                <c:pt idx="17">
                  <c:v>0.84051</c:v>
                </c:pt>
                <c:pt idx="18">
                  <c:v>0.88072</c:v>
                </c:pt>
                <c:pt idx="19">
                  <c:v>0.787205</c:v>
                </c:pt>
                <c:pt idx="20">
                  <c:v>0.90491</c:v>
                </c:pt>
                <c:pt idx="21">
                  <c:v>0.88104</c:v>
                </c:pt>
                <c:pt idx="22">
                  <c:v>0.907245</c:v>
                </c:pt>
                <c:pt idx="23">
                  <c:v>0.880445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0.12678878089991485</c:v>
                </c:pt>
                <c:pt idx="1">
                  <c:v>0.23513904925002863</c:v>
                </c:pt>
                <c:pt idx="2">
                  <c:v>0.2608919746498941</c:v>
                </c:pt>
                <c:pt idx="3">
                  <c:v>0.3074190504499711</c:v>
                </c:pt>
                <c:pt idx="4">
                  <c:v>0.31249347634984587</c:v>
                </c:pt>
                <c:pt idx="5">
                  <c:v>0.385813059999964</c:v>
                </c:pt>
                <c:pt idx="6">
                  <c:v>0.4162537925500146</c:v>
                </c:pt>
                <c:pt idx="7">
                  <c:v>0.4617622772499089</c:v>
                </c:pt>
                <c:pt idx="8">
                  <c:v>0.5037529354000071</c:v>
                </c:pt>
                <c:pt idx="9">
                  <c:v>0.5259703143499792</c:v>
                </c:pt>
                <c:pt idx="10">
                  <c:v>0.5352441185001225</c:v>
                </c:pt>
                <c:pt idx="11">
                  <c:v>0.553967869149892</c:v>
                </c:pt>
                <c:pt idx="12">
                  <c:v>0.5577235224000106</c:v>
                </c:pt>
                <c:pt idx="13">
                  <c:v>0.7375025285000447</c:v>
                </c:pt>
                <c:pt idx="14">
                  <c:v>0.7526490078500501</c:v>
                </c:pt>
                <c:pt idx="15">
                  <c:v>0.9253015642500031</c:v>
                </c:pt>
                <c:pt idx="16">
                  <c:v>1.058320620700033</c:v>
                </c:pt>
                <c:pt idx="17">
                  <c:v>1.1470394508500248</c:v>
                </c:pt>
                <c:pt idx="18">
                  <c:v>1.1586542664501394</c:v>
                </c:pt>
                <c:pt idx="19">
                  <c:v>3.010607979250017</c:v>
                </c:pt>
                <c:pt idx="20">
                  <c:v>3.437115476100007</c:v>
                </c:pt>
                <c:pt idx="21">
                  <c:v>3.8362350204000903</c:v>
                </c:pt>
                <c:pt idx="22">
                  <c:v>4.225629989200025</c:v>
                </c:pt>
                <c:pt idx="23">
                  <c:v>4.267565219199969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0.46652</c:v>
                </c:pt>
                <c:pt idx="1">
                  <c:v>0.358825</c:v>
                </c:pt>
                <c:pt idx="2">
                  <c:v>0.358825</c:v>
                </c:pt>
                <c:pt idx="3">
                  <c:v>0.57041</c:v>
                </c:pt>
                <c:pt idx="4">
                  <c:v>0.556125</c:v>
                </c:pt>
                <c:pt idx="5">
                  <c:v>0.74338</c:v>
                </c:pt>
                <c:pt idx="6">
                  <c:v>0.7392</c:v>
                </c:pt>
                <c:pt idx="7">
                  <c:v>0.67407</c:v>
                </c:pt>
                <c:pt idx="8">
                  <c:v>0.78482</c:v>
                </c:pt>
                <c:pt idx="9">
                  <c:v>0.786495</c:v>
                </c:pt>
                <c:pt idx="10">
                  <c:v>0.80046</c:v>
                </c:pt>
                <c:pt idx="11">
                  <c:v>0.71724</c:v>
                </c:pt>
                <c:pt idx="12">
                  <c:v>0.69801</c:v>
                </c:pt>
                <c:pt idx="13">
                  <c:v>0.866995</c:v>
                </c:pt>
                <c:pt idx="14">
                  <c:v>0.804625</c:v>
                </c:pt>
                <c:pt idx="15">
                  <c:v>0.84667</c:v>
                </c:pt>
                <c:pt idx="16">
                  <c:v>0.88146</c:v>
                </c:pt>
                <c:pt idx="17">
                  <c:v>0.88151</c:v>
                </c:pt>
                <c:pt idx="18">
                  <c:v>0.86014</c:v>
                </c:pt>
                <c:pt idx="19">
                  <c:v>0.868995</c:v>
                </c:pt>
                <c:pt idx="20">
                  <c:v>0.90312</c:v>
                </c:pt>
                <c:pt idx="21">
                  <c:v>0.89059</c:v>
                </c:pt>
                <c:pt idx="22">
                  <c:v>0.879775</c:v>
                </c:pt>
                <c:pt idx="23">
                  <c:v>0.903295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0.1432244403000368</c:v>
                </c:pt>
                <c:pt idx="1">
                  <c:v>0.3094450414500898</c:v>
                </c:pt>
                <c:pt idx="2">
                  <c:v>0.3173576449000393</c:v>
                </c:pt>
                <c:pt idx="3">
                  <c:v>0.3345889010501196</c:v>
                </c:pt>
                <c:pt idx="4">
                  <c:v>0.3958783215501171</c:v>
                </c:pt>
                <c:pt idx="5">
                  <c:v>0.4591740807498354</c:v>
                </c:pt>
                <c:pt idx="6">
                  <c:v>0.46306681295009183</c:v>
                </c:pt>
                <c:pt idx="7">
                  <c:v>0.5101102884498687</c:v>
                </c:pt>
                <c:pt idx="8">
                  <c:v>0.5372656761499457</c:v>
                </c:pt>
                <c:pt idx="9">
                  <c:v>0.549023780350035</c:v>
                </c:pt>
                <c:pt idx="10">
                  <c:v>0.5682233293000536</c:v>
                </c:pt>
                <c:pt idx="11">
                  <c:v>0.6255428618998848</c:v>
                </c:pt>
                <c:pt idx="12">
                  <c:v>0.7182984819999547</c:v>
                </c:pt>
                <c:pt idx="13">
                  <c:v>0.8194132749000346</c:v>
                </c:pt>
                <c:pt idx="14">
                  <c:v>0.896660200649967</c:v>
                </c:pt>
                <c:pt idx="15">
                  <c:v>0.9870967781998843</c:v>
                </c:pt>
                <c:pt idx="16">
                  <c:v>1.2257593926999106</c:v>
                </c:pt>
                <c:pt idx="17">
                  <c:v>1.279795249450035</c:v>
                </c:pt>
                <c:pt idx="18">
                  <c:v>1.3289731914501317</c:v>
                </c:pt>
                <c:pt idx="19">
                  <c:v>3.446448911599873</c:v>
                </c:pt>
                <c:pt idx="20">
                  <c:v>3.8673522657500143</c:v>
                </c:pt>
                <c:pt idx="21">
                  <c:v>4.091338496500066</c:v>
                </c:pt>
                <c:pt idx="22">
                  <c:v>4.620474129600007</c:v>
                </c:pt>
                <c:pt idx="23">
                  <c:v>4.68780869225011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0.387595</c:v>
                </c:pt>
                <c:pt idx="1">
                  <c:v>0.443355</c:v>
                </c:pt>
                <c:pt idx="2">
                  <c:v>0.321895</c:v>
                </c:pt>
                <c:pt idx="3">
                  <c:v>0.321895</c:v>
                </c:pt>
                <c:pt idx="4">
                  <c:v>0.495685</c:v>
                </c:pt>
                <c:pt idx="5">
                  <c:v>0.642815</c:v>
                </c:pt>
                <c:pt idx="6">
                  <c:v>0.559505</c:v>
                </c:pt>
                <c:pt idx="7">
                  <c:v>0.652795</c:v>
                </c:pt>
                <c:pt idx="8">
                  <c:v>0.68442</c:v>
                </c:pt>
                <c:pt idx="9">
                  <c:v>0.589795</c:v>
                </c:pt>
                <c:pt idx="10">
                  <c:v>0.603895</c:v>
                </c:pt>
                <c:pt idx="11">
                  <c:v>0.70413</c:v>
                </c:pt>
                <c:pt idx="12">
                  <c:v>0.73802</c:v>
                </c:pt>
                <c:pt idx="13">
                  <c:v>0.686585</c:v>
                </c:pt>
                <c:pt idx="14">
                  <c:v>0.757955</c:v>
                </c:pt>
                <c:pt idx="15">
                  <c:v>0.7388</c:v>
                </c:pt>
                <c:pt idx="16">
                  <c:v>0.80796</c:v>
                </c:pt>
                <c:pt idx="17">
                  <c:v>0.788365</c:v>
                </c:pt>
                <c:pt idx="18">
                  <c:v>0.770205</c:v>
                </c:pt>
                <c:pt idx="19">
                  <c:v>0.80276</c:v>
                </c:pt>
                <c:pt idx="20">
                  <c:v>0.824165</c:v>
                </c:pt>
                <c:pt idx="21">
                  <c:v>0.81138</c:v>
                </c:pt>
                <c:pt idx="22">
                  <c:v>0.790455</c:v>
                </c:pt>
                <c:pt idx="23">
                  <c:v>0.822775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0.13653321729998424</c:v>
                </c:pt>
                <c:pt idx="1">
                  <c:v>0.3090733500501301</c:v>
                </c:pt>
                <c:pt idx="2">
                  <c:v>0.4608948015998976</c:v>
                </c:pt>
                <c:pt idx="3">
                  <c:v>0.5134346834000099</c:v>
                </c:pt>
                <c:pt idx="4">
                  <c:v>0.5429778138499387</c:v>
                </c:pt>
                <c:pt idx="5">
                  <c:v>0.5507509325499995</c:v>
                </c:pt>
                <c:pt idx="6">
                  <c:v>0.5698582741999416</c:v>
                </c:pt>
                <c:pt idx="7">
                  <c:v>0.6889978503499151</c:v>
                </c:pt>
                <c:pt idx="8">
                  <c:v>0.9194694815500043</c:v>
                </c:pt>
                <c:pt idx="9">
                  <c:v>1.0783896411499883</c:v>
                </c:pt>
                <c:pt idx="10">
                  <c:v>1.8647407378499339</c:v>
                </c:pt>
                <c:pt idx="11">
                  <c:v>2.005076595549872</c:v>
                </c:pt>
                <c:pt idx="12">
                  <c:v>2.138139301499905</c:v>
                </c:pt>
                <c:pt idx="13">
                  <c:v>2.3206591774000116</c:v>
                </c:pt>
                <c:pt idx="14">
                  <c:v>2.689241491499888</c:v>
                </c:pt>
                <c:pt idx="15">
                  <c:v>2.825576501049909</c:v>
                </c:pt>
                <c:pt idx="16">
                  <c:v>3.0729700117501126</c:v>
                </c:pt>
                <c:pt idx="17">
                  <c:v>3.089953407850044</c:v>
                </c:pt>
                <c:pt idx="18">
                  <c:v>3.1849235851999764</c:v>
                </c:pt>
                <c:pt idx="19">
                  <c:v>4.889610927049944</c:v>
                </c:pt>
                <c:pt idx="20">
                  <c:v>5.011415913450037</c:v>
                </c:pt>
                <c:pt idx="21">
                  <c:v>5.035044607750024</c:v>
                </c:pt>
                <c:pt idx="22">
                  <c:v>5.268645516750075</c:v>
                </c:pt>
                <c:pt idx="23">
                  <c:v>5.5881792588499595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0.28224</c:v>
                </c:pt>
                <c:pt idx="1">
                  <c:v>0.32762</c:v>
                </c:pt>
                <c:pt idx="2">
                  <c:v>0.424645</c:v>
                </c:pt>
                <c:pt idx="3">
                  <c:v>0.509025</c:v>
                </c:pt>
                <c:pt idx="4">
                  <c:v>0.524135</c:v>
                </c:pt>
                <c:pt idx="5">
                  <c:v>0.45812</c:v>
                </c:pt>
                <c:pt idx="6">
                  <c:v>0.45315</c:v>
                </c:pt>
                <c:pt idx="7">
                  <c:v>0.52102</c:v>
                </c:pt>
                <c:pt idx="8">
                  <c:v>0.537805</c:v>
                </c:pt>
                <c:pt idx="9">
                  <c:v>0.59318</c:v>
                </c:pt>
                <c:pt idx="10">
                  <c:v>0.283895</c:v>
                </c:pt>
                <c:pt idx="11">
                  <c:v>0.283895</c:v>
                </c:pt>
                <c:pt idx="12">
                  <c:v>0.381</c:v>
                </c:pt>
                <c:pt idx="13">
                  <c:v>0.57363</c:v>
                </c:pt>
                <c:pt idx="14">
                  <c:v>0.66639</c:v>
                </c:pt>
                <c:pt idx="15">
                  <c:v>0.62055</c:v>
                </c:pt>
                <c:pt idx="16">
                  <c:v>0.658915</c:v>
                </c:pt>
                <c:pt idx="17">
                  <c:v>0.70625</c:v>
                </c:pt>
                <c:pt idx="18">
                  <c:v>0.64279</c:v>
                </c:pt>
                <c:pt idx="19">
                  <c:v>0.706705</c:v>
                </c:pt>
                <c:pt idx="20">
                  <c:v>0.713705</c:v>
                </c:pt>
                <c:pt idx="21">
                  <c:v>0.713075</c:v>
                </c:pt>
                <c:pt idx="22">
                  <c:v>0.706895</c:v>
                </c:pt>
                <c:pt idx="23">
                  <c:v>0.680875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1.3450336780006182</c:v>
                </c:pt>
                <c:pt idx="1">
                  <c:v>2.1065229670020926</c:v>
                </c:pt>
                <c:pt idx="2">
                  <c:v>2.3903578930003277</c:v>
                </c:pt>
                <c:pt idx="3">
                  <c:v>2.659738450001896</c:v>
                </c:pt>
                <c:pt idx="4">
                  <c:v>3.1142943819977518</c:v>
                </c:pt>
                <c:pt idx="5">
                  <c:v>3.3879478269991523</c:v>
                </c:pt>
                <c:pt idx="6">
                  <c:v>4.122893070001737</c:v>
                </c:pt>
                <c:pt idx="7">
                  <c:v>4.234626115998253</c:v>
                </c:pt>
                <c:pt idx="8">
                  <c:v>4.323181072002626</c:v>
                </c:pt>
                <c:pt idx="9">
                  <c:v>4.561361297000985</c:v>
                </c:pt>
                <c:pt idx="10">
                  <c:v>4.584233032997872</c:v>
                </c:pt>
                <c:pt idx="11">
                  <c:v>5.106088140997599</c:v>
                </c:pt>
                <c:pt idx="12">
                  <c:v>6.1540501629970095</c:v>
                </c:pt>
                <c:pt idx="13">
                  <c:v>6.162211715000012</c:v>
                </c:pt>
                <c:pt idx="14">
                  <c:v>6.461806004001119</c:v>
                </c:pt>
                <c:pt idx="15">
                  <c:v>7.029701014998864</c:v>
                </c:pt>
                <c:pt idx="16">
                  <c:v>7.089867986996978</c:v>
                </c:pt>
                <c:pt idx="17">
                  <c:v>7.90550334100044</c:v>
                </c:pt>
                <c:pt idx="18">
                  <c:v>8.361353055002837</c:v>
                </c:pt>
                <c:pt idx="19">
                  <c:v>8.52559311799996</c:v>
                </c:pt>
                <c:pt idx="20">
                  <c:v>9.00297803400099</c:v>
                </c:pt>
                <c:pt idx="21">
                  <c:v>12.835680844000308</c:v>
                </c:pt>
                <c:pt idx="22">
                  <c:v>15.836508592001337</c:v>
                </c:pt>
                <c:pt idx="23">
                  <c:v>16.46022450500095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0.405575</c:v>
                </c:pt>
                <c:pt idx="1">
                  <c:v>0.90491</c:v>
                </c:pt>
                <c:pt idx="2">
                  <c:v>0.676805</c:v>
                </c:pt>
                <c:pt idx="3">
                  <c:v>0.775865</c:v>
                </c:pt>
                <c:pt idx="4">
                  <c:v>0.54849</c:v>
                </c:pt>
                <c:pt idx="5">
                  <c:v>0.609625</c:v>
                </c:pt>
                <c:pt idx="6">
                  <c:v>0.880185</c:v>
                </c:pt>
                <c:pt idx="7">
                  <c:v>0.68228</c:v>
                </c:pt>
                <c:pt idx="8">
                  <c:v>0.907245</c:v>
                </c:pt>
                <c:pt idx="9">
                  <c:v>0.880445</c:v>
                </c:pt>
                <c:pt idx="10">
                  <c:v>0.729275</c:v>
                </c:pt>
                <c:pt idx="11">
                  <c:v>0.787205</c:v>
                </c:pt>
                <c:pt idx="12">
                  <c:v>0.725675</c:v>
                </c:pt>
                <c:pt idx="13">
                  <c:v>0.405575</c:v>
                </c:pt>
                <c:pt idx="14">
                  <c:v>0.88072</c:v>
                </c:pt>
                <c:pt idx="15">
                  <c:v>0.776775</c:v>
                </c:pt>
                <c:pt idx="16">
                  <c:v>0.833445</c:v>
                </c:pt>
                <c:pt idx="17">
                  <c:v>0.678955</c:v>
                </c:pt>
                <c:pt idx="18">
                  <c:v>0.83679</c:v>
                </c:pt>
                <c:pt idx="19">
                  <c:v>0.837985</c:v>
                </c:pt>
                <c:pt idx="20">
                  <c:v>0.84051</c:v>
                </c:pt>
                <c:pt idx="21">
                  <c:v>0.88104</c:v>
                </c:pt>
                <c:pt idx="22">
                  <c:v>0.73268</c:v>
                </c:pt>
                <c:pt idx="23">
                  <c:v>0.824455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1.967478029000631</c:v>
                </c:pt>
                <c:pt idx="1">
                  <c:v>2.0299660689997836</c:v>
                </c:pt>
                <c:pt idx="2">
                  <c:v>2.4962560640015</c:v>
                </c:pt>
                <c:pt idx="3">
                  <c:v>2.7815714019998268</c:v>
                </c:pt>
                <c:pt idx="4">
                  <c:v>2.846036498001922</c:v>
                </c:pt>
                <c:pt idx="5">
                  <c:v>3.98465596999813</c:v>
                </c:pt>
                <c:pt idx="6">
                  <c:v>4.274283041002491</c:v>
                </c:pt>
                <c:pt idx="7">
                  <c:v>4.4429264040009</c:v>
                </c:pt>
                <c:pt idx="8">
                  <c:v>4.628034654997464</c:v>
                </c:pt>
                <c:pt idx="9">
                  <c:v>4.6777112479976495</c:v>
                </c:pt>
                <c:pt idx="10">
                  <c:v>4.904182252001192</c:v>
                </c:pt>
                <c:pt idx="11">
                  <c:v>5.343468973002018</c:v>
                </c:pt>
                <c:pt idx="12">
                  <c:v>6.714647006003361</c:v>
                </c:pt>
                <c:pt idx="13">
                  <c:v>6.722273643001245</c:v>
                </c:pt>
                <c:pt idx="14">
                  <c:v>6.798784863000037</c:v>
                </c:pt>
                <c:pt idx="15">
                  <c:v>6.930149947002064</c:v>
                </c:pt>
                <c:pt idx="16">
                  <c:v>7.493517580998741</c:v>
                </c:pt>
                <c:pt idx="17">
                  <c:v>8.12747554300222</c:v>
                </c:pt>
                <c:pt idx="18">
                  <c:v>8.136636425999313</c:v>
                </c:pt>
                <c:pt idx="19">
                  <c:v>8.187666729998455</c:v>
                </c:pt>
                <c:pt idx="20">
                  <c:v>9.03982396399806</c:v>
                </c:pt>
                <c:pt idx="21">
                  <c:v>12.690648671003146</c:v>
                </c:pt>
                <c:pt idx="22">
                  <c:v>16.424177326000063</c:v>
                </c:pt>
                <c:pt idx="23">
                  <c:v>17.599990575999982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0.358825</c:v>
                </c:pt>
                <c:pt idx="1">
                  <c:v>0.90312</c:v>
                </c:pt>
                <c:pt idx="2">
                  <c:v>0.57041</c:v>
                </c:pt>
                <c:pt idx="3">
                  <c:v>0.46652</c:v>
                </c:pt>
                <c:pt idx="4">
                  <c:v>0.71724</c:v>
                </c:pt>
                <c:pt idx="5">
                  <c:v>0.903295</c:v>
                </c:pt>
                <c:pt idx="6">
                  <c:v>0.556125</c:v>
                </c:pt>
                <c:pt idx="7">
                  <c:v>0.866995</c:v>
                </c:pt>
                <c:pt idx="8">
                  <c:v>0.80046</c:v>
                </c:pt>
                <c:pt idx="9">
                  <c:v>0.879775</c:v>
                </c:pt>
                <c:pt idx="10">
                  <c:v>0.69801</c:v>
                </c:pt>
                <c:pt idx="11">
                  <c:v>0.868995</c:v>
                </c:pt>
                <c:pt idx="12">
                  <c:v>0.67407</c:v>
                </c:pt>
                <c:pt idx="13">
                  <c:v>0.88151</c:v>
                </c:pt>
                <c:pt idx="14">
                  <c:v>0.358825</c:v>
                </c:pt>
                <c:pt idx="15">
                  <c:v>0.804625</c:v>
                </c:pt>
                <c:pt idx="16">
                  <c:v>0.74338</c:v>
                </c:pt>
                <c:pt idx="17">
                  <c:v>0.88146</c:v>
                </c:pt>
                <c:pt idx="18">
                  <c:v>0.78482</c:v>
                </c:pt>
                <c:pt idx="19">
                  <c:v>0.86014</c:v>
                </c:pt>
                <c:pt idx="20">
                  <c:v>0.84667</c:v>
                </c:pt>
                <c:pt idx="21">
                  <c:v>0.89059</c:v>
                </c:pt>
                <c:pt idx="22">
                  <c:v>0.7392</c:v>
                </c:pt>
                <c:pt idx="23">
                  <c:v>0.786495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1.7630194919984206</c:v>
                </c:pt>
                <c:pt idx="1">
                  <c:v>2.4355413779994706</c:v>
                </c:pt>
                <c:pt idx="2">
                  <c:v>2.7316034460018273</c:v>
                </c:pt>
                <c:pt idx="3">
                  <c:v>3.1145691680030723</c:v>
                </c:pt>
                <c:pt idx="4">
                  <c:v>3.1807608759991126</c:v>
                </c:pt>
                <c:pt idx="5">
                  <c:v>4.329792135999014</c:v>
                </c:pt>
                <c:pt idx="6">
                  <c:v>4.557748736999201</c:v>
                </c:pt>
                <c:pt idx="7">
                  <c:v>4.630705217001378</c:v>
                </c:pt>
                <c:pt idx="8">
                  <c:v>4.933924232998834</c:v>
                </c:pt>
                <c:pt idx="9">
                  <c:v>5.182636181998532</c:v>
                </c:pt>
                <c:pt idx="10">
                  <c:v>5.631972449999012</c:v>
                </c:pt>
                <c:pt idx="11">
                  <c:v>5.648025039001368</c:v>
                </c:pt>
                <c:pt idx="12">
                  <c:v>6.371466257998691</c:v>
                </c:pt>
                <c:pt idx="13">
                  <c:v>6.569093793998036</c:v>
                </c:pt>
                <c:pt idx="14">
                  <c:v>6.5734190229995875</c:v>
                </c:pt>
                <c:pt idx="15">
                  <c:v>7.501556168001116</c:v>
                </c:pt>
                <c:pt idx="16">
                  <c:v>7.998847047001618</c:v>
                </c:pt>
                <c:pt idx="17">
                  <c:v>8.07840655399923</c:v>
                </c:pt>
                <c:pt idx="18">
                  <c:v>8.815058908003266</c:v>
                </c:pt>
                <c:pt idx="19">
                  <c:v>10.00936206500046</c:v>
                </c:pt>
                <c:pt idx="20">
                  <c:v>10.022673332001432</c:v>
                </c:pt>
                <c:pt idx="21">
                  <c:v>12.250642118000542</c:v>
                </c:pt>
                <c:pt idx="22">
                  <c:v>14.968540197998664</c:v>
                </c:pt>
                <c:pt idx="23">
                  <c:v>15.35279479699966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0.321895</c:v>
                </c:pt>
                <c:pt idx="1">
                  <c:v>0.824165</c:v>
                </c:pt>
                <c:pt idx="2">
                  <c:v>0.443355</c:v>
                </c:pt>
                <c:pt idx="3">
                  <c:v>0.387595</c:v>
                </c:pt>
                <c:pt idx="4">
                  <c:v>0.603895</c:v>
                </c:pt>
                <c:pt idx="5">
                  <c:v>0.757955</c:v>
                </c:pt>
                <c:pt idx="6">
                  <c:v>0.495685</c:v>
                </c:pt>
                <c:pt idx="7">
                  <c:v>0.589795</c:v>
                </c:pt>
                <c:pt idx="8">
                  <c:v>0.790455</c:v>
                </c:pt>
                <c:pt idx="9">
                  <c:v>0.73802</c:v>
                </c:pt>
                <c:pt idx="10">
                  <c:v>0.822775</c:v>
                </c:pt>
                <c:pt idx="11">
                  <c:v>0.80276</c:v>
                </c:pt>
                <c:pt idx="12">
                  <c:v>0.788365</c:v>
                </c:pt>
                <c:pt idx="13">
                  <c:v>0.321895</c:v>
                </c:pt>
                <c:pt idx="14">
                  <c:v>0.559505</c:v>
                </c:pt>
                <c:pt idx="15">
                  <c:v>0.686585</c:v>
                </c:pt>
                <c:pt idx="16">
                  <c:v>0.652795</c:v>
                </c:pt>
                <c:pt idx="17">
                  <c:v>0.70413</c:v>
                </c:pt>
                <c:pt idx="18">
                  <c:v>0.80796</c:v>
                </c:pt>
                <c:pt idx="19">
                  <c:v>0.770205</c:v>
                </c:pt>
                <c:pt idx="20">
                  <c:v>0.7388</c:v>
                </c:pt>
                <c:pt idx="21">
                  <c:v>0.81138</c:v>
                </c:pt>
                <c:pt idx="22">
                  <c:v>0.642815</c:v>
                </c:pt>
                <c:pt idx="23">
                  <c:v>0.68442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C0504D"/>
            </a:solidFill>
            <a:ln w="127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1.9005485499983479</c:v>
                </c:pt>
                <c:pt idx="1">
                  <c:v>2.340768844002014</c:v>
                </c:pt>
                <c:pt idx="2">
                  <c:v>3.268979478998517</c:v>
                </c:pt>
                <c:pt idx="3">
                  <c:v>3.48244622600032</c:v>
                </c:pt>
                <c:pt idx="4">
                  <c:v>4.246572173000459</c:v>
                </c:pt>
                <c:pt idx="5">
                  <c:v>4.642731509000441</c:v>
                </c:pt>
                <c:pt idx="6">
                  <c:v>4.876013176002743</c:v>
                </c:pt>
                <c:pt idx="7">
                  <c:v>5.0076072410010966</c:v>
                </c:pt>
                <c:pt idx="8">
                  <c:v>5.021775140998216</c:v>
                </c:pt>
                <c:pt idx="9">
                  <c:v>5.080913714002236</c:v>
                </c:pt>
                <c:pt idx="10">
                  <c:v>6.058641359999456</c:v>
                </c:pt>
                <c:pt idx="11">
                  <c:v>6.21549515299921</c:v>
                </c:pt>
                <c:pt idx="12">
                  <c:v>6.625970264998614</c:v>
                </c:pt>
                <c:pt idx="13">
                  <c:v>6.631199674000527</c:v>
                </c:pt>
                <c:pt idx="14">
                  <c:v>6.747312977000547</c:v>
                </c:pt>
                <c:pt idx="15">
                  <c:v>7.213658545999351</c:v>
                </c:pt>
                <c:pt idx="16">
                  <c:v>7.908536742001161</c:v>
                </c:pt>
                <c:pt idx="17">
                  <c:v>8.217843737998919</c:v>
                </c:pt>
                <c:pt idx="18">
                  <c:v>8.528634846999921</c:v>
                </c:pt>
                <c:pt idx="19">
                  <c:v>8.583349843000178</c:v>
                </c:pt>
                <c:pt idx="20">
                  <c:v>8.934491948999494</c:v>
                </c:pt>
                <c:pt idx="21">
                  <c:v>12.003138291998766</c:v>
                </c:pt>
                <c:pt idx="22">
                  <c:v>16.235490863997256</c:v>
                </c:pt>
                <c:pt idx="23">
                  <c:v>16.907587309997325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0.283895</c:v>
                </c:pt>
                <c:pt idx="1">
                  <c:v>0.713705</c:v>
                </c:pt>
                <c:pt idx="2">
                  <c:v>0.45315</c:v>
                </c:pt>
                <c:pt idx="3">
                  <c:v>0.32762</c:v>
                </c:pt>
                <c:pt idx="4">
                  <c:v>0.381</c:v>
                </c:pt>
                <c:pt idx="5">
                  <c:v>0.45812</c:v>
                </c:pt>
                <c:pt idx="6">
                  <c:v>0.28224</c:v>
                </c:pt>
                <c:pt idx="7">
                  <c:v>0.713075</c:v>
                </c:pt>
                <c:pt idx="8">
                  <c:v>0.62055</c:v>
                </c:pt>
                <c:pt idx="9">
                  <c:v>0.680875</c:v>
                </c:pt>
                <c:pt idx="10">
                  <c:v>0.706705</c:v>
                </c:pt>
                <c:pt idx="11">
                  <c:v>0.64279</c:v>
                </c:pt>
                <c:pt idx="12">
                  <c:v>0.283895</c:v>
                </c:pt>
                <c:pt idx="13">
                  <c:v>0.424645</c:v>
                </c:pt>
                <c:pt idx="14">
                  <c:v>0.66639</c:v>
                </c:pt>
                <c:pt idx="15">
                  <c:v>0.537805</c:v>
                </c:pt>
                <c:pt idx="16">
                  <c:v>0.57363</c:v>
                </c:pt>
                <c:pt idx="17">
                  <c:v>0.52102</c:v>
                </c:pt>
                <c:pt idx="18">
                  <c:v>0.70625</c:v>
                </c:pt>
                <c:pt idx="19">
                  <c:v>0.658915</c:v>
                </c:pt>
                <c:pt idx="20">
                  <c:v>0.59318</c:v>
                </c:pt>
                <c:pt idx="21">
                  <c:v>0.706895</c:v>
                </c:pt>
                <c:pt idx="22">
                  <c:v>0.509025</c:v>
                </c:pt>
                <c:pt idx="23">
                  <c:v>0.524135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https://arxiv.org/abs/1908.10396 (ScaNN / anisotropic quantization)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https://arxiv.org/abs/1908.10396 (routing + PQ/LUT + reorder в ScaNN)
- https://nlp.stanford.edu/projects/glove/ (GloVe, размерности 50/100/200/300)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https://arxiv.org/abs/1908.10396 (anisotropic / score-aware quantization и формулы обновления)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https://arxiv.org/abs/1908.10396 (роль routing/PQ/reorder и гиперпараметров)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https://arxiv.org/abs/1908.10396 (ScaNN)
- Экспериментальные результаты: 3_scann_eval_summary.csv (внутренний артефакт проекта)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Экспериментальные результаты: 3_scann_eval_summary.csv (внутренний артефакт проекта)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Экспериментальные результаты: 3_scann_eval_summary.csv (внутренний артефакт проекта)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Vector Quantization для ANN/MIPS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al., 2020 • Accelerating Large-Scale Inference with Anisotropic Vector Quantization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ScaNN: пайплайн поиска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top-k по cosine (эквивалентно dot product на L2-нормированных векторах)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Routing: coarse-кластеризация ограничивает число кандидатов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Fast scoring: PQ + LUT приближает ⟨q, x⟩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Reorder: точный rerank на shortlist (пересчёт dot product)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336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(nprobe кластеров)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9000" y="41605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42336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PQ/LUT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(быстрый скоринг)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41605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42336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(top-R rerank)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06840" y="41605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42336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4503420"/>
            <a:ext cx="137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4503420"/>
            <a:ext cx="137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4503420"/>
            <a:ext cx="137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меньше кандидатов + дешевле скоринг ⇒ выше QPS при приемлемом recall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алгебра в ScaNN: anisotropic VQ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MIPS важна ошибка вдоль направления x: она напрямую влияет на ⟨q, x⟩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 оптимизирует score-aware loss: сильнее штрафует «параллельную» компоненту ошибки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центроида сводится к решению малой СЛАУ (d×d) на каждом кластере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10789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61188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(упрощённо):  ||x − c||²  + (γ−1)·((||x||² − ⟨x,c⟩)² / ||x||²)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Центроид (фикс. разбиение S):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(|S|I + (γ−1)·Σ_{x∈S} (xxᵀ / ||x||²)) · c  =  γ·Σ_{x∈S} x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c = A^{-1} b  (решаем через solve; A — сумма ранга-1 матриц)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ScaNN (что влияет на качество/скорость)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(кандидаты)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nlist: число coarse-кластеров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nprobe: сколько кластеров просматриваем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candidate_count: кандидаты до PQ/LUT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+ reorder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16002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(n_subspaces): число подпространств PQ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(n_codewords): словарь в каждом подпространстве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γ: степень анизотропии (γ=1 → обычный PQ)</a:t>
            </a:r>
            <a:endParaRPr lang="en-US" sz="2600" dirty="0"/>
          </a:p>
          <a:p>
            <a:pPr marL="330200" indent="-3302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reorder_k: сколько пересчитываем точно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789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34340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(в ноутбуке): перебираем nlist/nprobe, Ks/M/γ, candidate_count, reorder_k.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общий pipeline 0_data → одинаковые train/test queries и gt_test для 50/100/200/300.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Recall@K + время (fit, search, ms/query).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ScaNN: лучший Recall@10 по размерности</a:t>
            </a:r>
            <a:endParaRPr lang="en-US" sz="4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417320"/>
          <a:ext cx="5669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7208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конфигурация (по Recall@10)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874520"/>
          <a:ext cx="5074920" cy="3291840"/>
        </p:xfrm>
        <a:graphic>
          <a:graphicData uri="http://schemas.openxmlformats.org/drawingml/2006/table">
            <a:tbl>
              <a:tblPr/>
              <a:tblGrid>
                <a:gridCol w="548640"/>
                <a:gridCol w="685800"/>
                <a:gridCol w="685800"/>
                <a:gridCol w="502920"/>
                <a:gridCol w="457200"/>
                <a:gridCol w="502920"/>
                <a:gridCol w="822960"/>
                <a:gridCol w="868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nprobe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53492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Замеры: Recall@10 на тестовых запросах (общий датасетный pipeline).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ScaNN: качество vs время поиска (ms/query)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d=50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188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d=100</a:t>
            </a:r>
            <a:endParaRPr lang="en-US" sz="16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400800" y="141732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3794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d=200</a:t>
            </a:r>
            <a:endParaRPr lang="en-US" sz="16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731520" y="402336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6400800" y="3794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d=300</a:t>
            </a:r>
            <a:endParaRPr lang="en-US" sz="1600" dirty="0"/>
          </a:p>
        </p:txBody>
      </p:sp>
      <p:graphicFrame>
        <p:nvGraphicFramePr>
          <p:cNvPr id="10" name="Chart 3" descr=""/>
          <p:cNvGraphicFramePr/>
          <p:nvPr/>
        </p:nvGraphicFramePr>
        <p:xfrm>
          <a:off x="6400800" y="402336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ScaNN: Recall@10 vs fit (сек)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d=50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188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d=100</a:t>
            </a:r>
            <a:endParaRPr lang="en-US" sz="16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400800" y="1417320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3566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d=200</a:t>
            </a:r>
            <a:endParaRPr lang="en-US" sz="16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731520" y="3794760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6400800" y="3566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d=300</a:t>
            </a:r>
            <a:endParaRPr lang="en-US" sz="1600" dirty="0"/>
          </a:p>
        </p:txBody>
      </p:sp>
      <p:graphicFrame>
        <p:nvGraphicFramePr>
          <p:cNvPr id="10" name="Chart 3" descr=""/>
          <p:cNvGraphicFramePr/>
          <p:nvPr/>
        </p:nvGraphicFramePr>
        <p:xfrm>
          <a:off x="6400800" y="3794760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hape 5"/>
          <p:cNvSpPr/>
          <p:nvPr/>
        </p:nvSpPr>
        <p:spPr>
          <a:xfrm>
            <a:off x="731520" y="6172200"/>
            <a:ext cx="11430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868680" y="62727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Наблюдение: повышение nprobe/reorder_k увеличивает recall, но линейно/квазилинейно увеличивает время поиска.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NLA 2025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ScaNN (Guo et al., 2020)</dc:title>
  <dc:subject>ScaNN section</dc:subject>
  <dc:creator>ann-nla-project</dc:creator>
  <cp:lastModifiedBy>ann-nla-project</cp:lastModifiedBy>
  <cp:revision>1</cp:revision>
  <dcterms:created xsi:type="dcterms:W3CDTF">2025-12-21T16:06:57Z</dcterms:created>
  <dcterms:modified xsi:type="dcterms:W3CDTF">2025-12-21T16:06:57Z</dcterms:modified>
</cp:coreProperties>
</file>