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2.xml" ContentType="application/vnd.openxmlformats-officedocument.drawingml.chart+xml"/>
  <Override PartName="/ppt/charts/chart5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6.xml" ContentType="application/vnd.openxmlformats-officedocument.drawingml.chart+xml"/>
  <Override PartName="/ppt/charts/chart9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0.9072</c:v>
                </c:pt>
                <c:pt idx="1">
                  <c:v>0.9033</c:v>
                </c:pt>
                <c:pt idx="2">
                  <c:v>0.8242</c:v>
                </c:pt>
                <c:pt idx="3">
                  <c:v>0.7137</c:v>
                </c:pt>
              </c:numCache>
            </c:numRef>
          </c:val>
        </c:ser>
        <c:gapWidth val="150"/>
        <c:overlap val="0"/>
        <c:axId val="75976850"/>
        <c:axId val="20376672"/>
      </c:barChart>
      <c:catAx>
        <c:axId val="7597685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0376672"/>
        <c:crosses val="autoZero"/>
        <c:auto val="1"/>
        <c:lblAlgn val="ctr"/>
        <c:lblOffset val="100"/>
        <c:noMultiLvlLbl val="0"/>
      </c:catAx>
      <c:valAx>
        <c:axId val="20376672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5976850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0.112624653800049</c:v>
                </c:pt>
                <c:pt idx="1">
                  <c:v>0.2147900553</c:v>
                </c:pt>
                <c:pt idx="2">
                  <c:v>0.217604573999961</c:v>
                </c:pt>
                <c:pt idx="3">
                  <c:v>0.247559154249939</c:v>
                </c:pt>
                <c:pt idx="4">
                  <c:v>0.278559374450015</c:v>
                </c:pt>
                <c:pt idx="5">
                  <c:v>0.302135078900028</c:v>
                </c:pt>
                <c:pt idx="6">
                  <c:v>0.310932958900048</c:v>
                </c:pt>
                <c:pt idx="7">
                  <c:v>0.363749270250082</c:v>
                </c:pt>
                <c:pt idx="8">
                  <c:v>0.434946870149906</c:v>
                </c:pt>
                <c:pt idx="9">
                  <c:v>0.439234800150007</c:v>
                </c:pt>
                <c:pt idx="10">
                  <c:v>0.502859011000146</c:v>
                </c:pt>
                <c:pt idx="11">
                  <c:v>0.533451167000021</c:v>
                </c:pt>
                <c:pt idx="12">
                  <c:v>0.550409812399994</c:v>
                </c:pt>
                <c:pt idx="13">
                  <c:v>0.55135419875005</c:v>
                </c:pt>
                <c:pt idx="14">
                  <c:v>0.634544975100107</c:v>
                </c:pt>
                <c:pt idx="15">
                  <c:v>0.744876777850004</c:v>
                </c:pt>
                <c:pt idx="16">
                  <c:v>0.751265550700009</c:v>
                </c:pt>
                <c:pt idx="17">
                  <c:v>1.05785051830007</c:v>
                </c:pt>
                <c:pt idx="18">
                  <c:v>1.1928146102</c:v>
                </c:pt>
                <c:pt idx="19">
                  <c:v>1.22120944344988</c:v>
                </c:pt>
                <c:pt idx="20">
                  <c:v>3.22487267449997</c:v>
                </c:pt>
                <c:pt idx="21">
                  <c:v>3.63767319934996</c:v>
                </c:pt>
                <c:pt idx="22">
                  <c:v>4.15747616665012</c:v>
                </c:pt>
                <c:pt idx="23">
                  <c:v>4.21415977025008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0.54849</c:v>
                </c:pt>
                <c:pt idx="1">
                  <c:v>0.405575</c:v>
                </c:pt>
                <c:pt idx="2">
                  <c:v>0.678955</c:v>
                </c:pt>
                <c:pt idx="3">
                  <c:v>0.405575</c:v>
                </c:pt>
                <c:pt idx="4">
                  <c:v>0.609625</c:v>
                </c:pt>
                <c:pt idx="5">
                  <c:v>0.68228</c:v>
                </c:pt>
                <c:pt idx="6">
                  <c:v>0.676805</c:v>
                </c:pt>
                <c:pt idx="7">
                  <c:v>0.73268</c:v>
                </c:pt>
                <c:pt idx="8">
                  <c:v>0.725675</c:v>
                </c:pt>
                <c:pt idx="9">
                  <c:v>0.776775</c:v>
                </c:pt>
                <c:pt idx="10">
                  <c:v>0.824455</c:v>
                </c:pt>
                <c:pt idx="11">
                  <c:v>0.833445</c:v>
                </c:pt>
                <c:pt idx="12">
                  <c:v>0.775865</c:v>
                </c:pt>
                <c:pt idx="13">
                  <c:v>0.729275</c:v>
                </c:pt>
                <c:pt idx="14">
                  <c:v>0.83679</c:v>
                </c:pt>
                <c:pt idx="15">
                  <c:v>0.880185</c:v>
                </c:pt>
                <c:pt idx="16">
                  <c:v>0.837985</c:v>
                </c:pt>
                <c:pt idx="17">
                  <c:v>0.84051</c:v>
                </c:pt>
                <c:pt idx="18">
                  <c:v>0.88072</c:v>
                </c:pt>
                <c:pt idx="19">
                  <c:v>0.787205</c:v>
                </c:pt>
                <c:pt idx="20">
                  <c:v>0.90491</c:v>
                </c:pt>
                <c:pt idx="21">
                  <c:v>0.88104</c:v>
                </c:pt>
                <c:pt idx="22">
                  <c:v>0.907245</c:v>
                </c:pt>
                <c:pt idx="23">
                  <c:v>0.880445</c:v>
                </c:pt>
              </c:numCache>
            </c:numRef>
          </c:yVal>
          <c:smooth val="0"/>
        </c:ser>
        <c:axId val="386171"/>
        <c:axId val="69848577"/>
      </c:scatterChart>
      <c:valAx>
        <c:axId val="386171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9848577"/>
        <c:crosses val="autoZero"/>
        <c:crossBetween val="midCat"/>
      </c:valAx>
      <c:valAx>
        <c:axId val="69848577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86171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0.126788780899915</c:v>
                </c:pt>
                <c:pt idx="1">
                  <c:v>0.235139049250029</c:v>
                </c:pt>
                <c:pt idx="2">
                  <c:v>0.260891974649894</c:v>
                </c:pt>
                <c:pt idx="3">
                  <c:v>0.307419050449971</c:v>
                </c:pt>
                <c:pt idx="4">
                  <c:v>0.312493476349846</c:v>
                </c:pt>
                <c:pt idx="5">
                  <c:v>0.385813059999964</c:v>
                </c:pt>
                <c:pt idx="6">
                  <c:v>0.416253792550015</c:v>
                </c:pt>
                <c:pt idx="7">
                  <c:v>0.461762277249909</c:v>
                </c:pt>
                <c:pt idx="8">
                  <c:v>0.503752935400007</c:v>
                </c:pt>
                <c:pt idx="9">
                  <c:v>0.525970314349979</c:v>
                </c:pt>
                <c:pt idx="10">
                  <c:v>0.535244118500123</c:v>
                </c:pt>
                <c:pt idx="11">
                  <c:v>0.553967869149892</c:v>
                </c:pt>
                <c:pt idx="12">
                  <c:v>0.557723522400011</c:v>
                </c:pt>
                <c:pt idx="13">
                  <c:v>0.737502528500045</c:v>
                </c:pt>
                <c:pt idx="14">
                  <c:v>0.75264900785005</c:v>
                </c:pt>
                <c:pt idx="15">
                  <c:v>0.925301564250003</c:v>
                </c:pt>
                <c:pt idx="16">
                  <c:v>1.05832062070003</c:v>
                </c:pt>
                <c:pt idx="17">
                  <c:v>1.14703945085002</c:v>
                </c:pt>
                <c:pt idx="18">
                  <c:v>1.15865426645014</c:v>
                </c:pt>
                <c:pt idx="19">
                  <c:v>3.01060797925002</c:v>
                </c:pt>
                <c:pt idx="20">
                  <c:v>3.43711547610001</c:v>
                </c:pt>
                <c:pt idx="21">
                  <c:v>3.83623502040009</c:v>
                </c:pt>
                <c:pt idx="22">
                  <c:v>4.22562998920003</c:v>
                </c:pt>
                <c:pt idx="23">
                  <c:v>4.26756521919997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0.46652</c:v>
                </c:pt>
                <c:pt idx="1">
                  <c:v>0.358825</c:v>
                </c:pt>
                <c:pt idx="2">
                  <c:v>0.358825</c:v>
                </c:pt>
                <c:pt idx="3">
                  <c:v>0.57041</c:v>
                </c:pt>
                <c:pt idx="4">
                  <c:v>0.556125</c:v>
                </c:pt>
                <c:pt idx="5">
                  <c:v>0.74338</c:v>
                </c:pt>
                <c:pt idx="6">
                  <c:v>0.7392</c:v>
                </c:pt>
                <c:pt idx="7">
                  <c:v>0.67407</c:v>
                </c:pt>
                <c:pt idx="8">
                  <c:v>0.78482</c:v>
                </c:pt>
                <c:pt idx="9">
                  <c:v>0.786495</c:v>
                </c:pt>
                <c:pt idx="10">
                  <c:v>0.80046</c:v>
                </c:pt>
                <c:pt idx="11">
                  <c:v>0.71724</c:v>
                </c:pt>
                <c:pt idx="12">
                  <c:v>0.69801</c:v>
                </c:pt>
                <c:pt idx="13">
                  <c:v>0.866995</c:v>
                </c:pt>
                <c:pt idx="14">
                  <c:v>0.804625</c:v>
                </c:pt>
                <c:pt idx="15">
                  <c:v>0.84667</c:v>
                </c:pt>
                <c:pt idx="16">
                  <c:v>0.88146</c:v>
                </c:pt>
                <c:pt idx="17">
                  <c:v>0.88151</c:v>
                </c:pt>
                <c:pt idx="18">
                  <c:v>0.86014</c:v>
                </c:pt>
                <c:pt idx="19">
                  <c:v>0.868995</c:v>
                </c:pt>
                <c:pt idx="20">
                  <c:v>0.90312</c:v>
                </c:pt>
                <c:pt idx="21">
                  <c:v>0.89059</c:v>
                </c:pt>
                <c:pt idx="22">
                  <c:v>0.879775</c:v>
                </c:pt>
                <c:pt idx="23">
                  <c:v>0.903295</c:v>
                </c:pt>
              </c:numCache>
            </c:numRef>
          </c:yVal>
          <c:smooth val="0"/>
        </c:ser>
        <c:axId val="40250908"/>
        <c:axId val="27451859"/>
      </c:scatterChart>
      <c:valAx>
        <c:axId val="40250908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7451859"/>
        <c:crosses val="autoZero"/>
        <c:crossBetween val="midCat"/>
      </c:valAx>
      <c:valAx>
        <c:axId val="27451859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0250908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0.143224440300037</c:v>
                </c:pt>
                <c:pt idx="1">
                  <c:v>0.30944504145009</c:v>
                </c:pt>
                <c:pt idx="2">
                  <c:v>0.317357644900039</c:v>
                </c:pt>
                <c:pt idx="3">
                  <c:v>0.33458890105012</c:v>
                </c:pt>
                <c:pt idx="4">
                  <c:v>0.395878321550117</c:v>
                </c:pt>
                <c:pt idx="5">
                  <c:v>0.459174080749835</c:v>
                </c:pt>
                <c:pt idx="6">
                  <c:v>0.463066812950092</c:v>
                </c:pt>
                <c:pt idx="7">
                  <c:v>0.510110288449869</c:v>
                </c:pt>
                <c:pt idx="8">
                  <c:v>0.537265676149946</c:v>
                </c:pt>
                <c:pt idx="9">
                  <c:v>0.549023780350035</c:v>
                </c:pt>
                <c:pt idx="10">
                  <c:v>0.568223329300054</c:v>
                </c:pt>
                <c:pt idx="11">
                  <c:v>0.625542861899885</c:v>
                </c:pt>
                <c:pt idx="12">
                  <c:v>0.718298481999955</c:v>
                </c:pt>
                <c:pt idx="13">
                  <c:v>0.819413274900035</c:v>
                </c:pt>
                <c:pt idx="14">
                  <c:v>0.896660200649967</c:v>
                </c:pt>
                <c:pt idx="15">
                  <c:v>0.987096778199884</c:v>
                </c:pt>
                <c:pt idx="16">
                  <c:v>1.22575939269991</c:v>
                </c:pt>
                <c:pt idx="17">
                  <c:v>1.27979524945004</c:v>
                </c:pt>
                <c:pt idx="18">
                  <c:v>1.32897319145013</c:v>
                </c:pt>
                <c:pt idx="19">
                  <c:v>3.44644891159987</c:v>
                </c:pt>
                <c:pt idx="20">
                  <c:v>3.86735226575001</c:v>
                </c:pt>
                <c:pt idx="21">
                  <c:v>4.09133849650007</c:v>
                </c:pt>
                <c:pt idx="22">
                  <c:v>4.62047412960001</c:v>
                </c:pt>
                <c:pt idx="23">
                  <c:v>4.68780869225011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0.387595</c:v>
                </c:pt>
                <c:pt idx="1">
                  <c:v>0.443355</c:v>
                </c:pt>
                <c:pt idx="2">
                  <c:v>0.321895</c:v>
                </c:pt>
                <c:pt idx="3">
                  <c:v>0.321895</c:v>
                </c:pt>
                <c:pt idx="4">
                  <c:v>0.495685</c:v>
                </c:pt>
                <c:pt idx="5">
                  <c:v>0.642815</c:v>
                </c:pt>
                <c:pt idx="6">
                  <c:v>0.559505</c:v>
                </c:pt>
                <c:pt idx="7">
                  <c:v>0.652795</c:v>
                </c:pt>
                <c:pt idx="8">
                  <c:v>0.68442</c:v>
                </c:pt>
                <c:pt idx="9">
                  <c:v>0.589795</c:v>
                </c:pt>
                <c:pt idx="10">
                  <c:v>0.603895</c:v>
                </c:pt>
                <c:pt idx="11">
                  <c:v>0.70413</c:v>
                </c:pt>
                <c:pt idx="12">
                  <c:v>0.73802</c:v>
                </c:pt>
                <c:pt idx="13">
                  <c:v>0.686585</c:v>
                </c:pt>
                <c:pt idx="14">
                  <c:v>0.757955</c:v>
                </c:pt>
                <c:pt idx="15">
                  <c:v>0.7388</c:v>
                </c:pt>
                <c:pt idx="16">
                  <c:v>0.80796</c:v>
                </c:pt>
                <c:pt idx="17">
                  <c:v>0.788365</c:v>
                </c:pt>
                <c:pt idx="18">
                  <c:v>0.770205</c:v>
                </c:pt>
                <c:pt idx="19">
                  <c:v>0.80276</c:v>
                </c:pt>
                <c:pt idx="20">
                  <c:v>0.824165</c:v>
                </c:pt>
                <c:pt idx="21">
                  <c:v>0.81138</c:v>
                </c:pt>
                <c:pt idx="22">
                  <c:v>0.790455</c:v>
                </c:pt>
                <c:pt idx="23">
                  <c:v>0.822775</c:v>
                </c:pt>
              </c:numCache>
            </c:numRef>
          </c:yVal>
          <c:smooth val="0"/>
        </c:ser>
        <c:axId val="7794815"/>
        <c:axId val="6870253"/>
      </c:scatterChart>
      <c:valAx>
        <c:axId val="7794815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870253"/>
        <c:crosses val="autoZero"/>
        <c:crossBetween val="midCat"/>
      </c:valAx>
      <c:valAx>
        <c:axId val="6870253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7794815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0.136533217299984</c:v>
                </c:pt>
                <c:pt idx="1">
                  <c:v>0.30907335005013</c:v>
                </c:pt>
                <c:pt idx="2">
                  <c:v>0.460894801599898</c:v>
                </c:pt>
                <c:pt idx="3">
                  <c:v>0.51343468340001</c:v>
                </c:pt>
                <c:pt idx="4">
                  <c:v>0.542977813849939</c:v>
                </c:pt>
                <c:pt idx="5">
                  <c:v>0.55075093255</c:v>
                </c:pt>
                <c:pt idx="6">
                  <c:v>0.569858274199942</c:v>
                </c:pt>
                <c:pt idx="7">
                  <c:v>0.688997850349915</c:v>
                </c:pt>
                <c:pt idx="8">
                  <c:v>0.919469481550004</c:v>
                </c:pt>
                <c:pt idx="9">
                  <c:v>1.07838964114999</c:v>
                </c:pt>
                <c:pt idx="10">
                  <c:v>1.86474073784993</c:v>
                </c:pt>
                <c:pt idx="11">
                  <c:v>2.00507659554987</c:v>
                </c:pt>
                <c:pt idx="12">
                  <c:v>2.13813930149991</c:v>
                </c:pt>
                <c:pt idx="13">
                  <c:v>2.32065917740001</c:v>
                </c:pt>
                <c:pt idx="14">
                  <c:v>2.68924149149989</c:v>
                </c:pt>
                <c:pt idx="15">
                  <c:v>2.82557650104991</c:v>
                </c:pt>
                <c:pt idx="16">
                  <c:v>3.07297001175011</c:v>
                </c:pt>
                <c:pt idx="17">
                  <c:v>3.08995340785004</c:v>
                </c:pt>
                <c:pt idx="18">
                  <c:v>3.18492358519998</c:v>
                </c:pt>
                <c:pt idx="19">
                  <c:v>4.88961092704994</c:v>
                </c:pt>
                <c:pt idx="20">
                  <c:v>5.01141591345004</c:v>
                </c:pt>
                <c:pt idx="21">
                  <c:v>5.03504460775002</c:v>
                </c:pt>
                <c:pt idx="22">
                  <c:v>5.26864551675008</c:v>
                </c:pt>
                <c:pt idx="23">
                  <c:v>5.58817925884996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0.28224</c:v>
                </c:pt>
                <c:pt idx="1">
                  <c:v>0.32762</c:v>
                </c:pt>
                <c:pt idx="2">
                  <c:v>0.424645</c:v>
                </c:pt>
                <c:pt idx="3">
                  <c:v>0.509025</c:v>
                </c:pt>
                <c:pt idx="4">
                  <c:v>0.524135</c:v>
                </c:pt>
                <c:pt idx="5">
                  <c:v>0.45812</c:v>
                </c:pt>
                <c:pt idx="6">
                  <c:v>0.45315</c:v>
                </c:pt>
                <c:pt idx="7">
                  <c:v>0.52102</c:v>
                </c:pt>
                <c:pt idx="8">
                  <c:v>0.537805</c:v>
                </c:pt>
                <c:pt idx="9">
                  <c:v>0.59318</c:v>
                </c:pt>
                <c:pt idx="10">
                  <c:v>0.283895</c:v>
                </c:pt>
                <c:pt idx="11">
                  <c:v>0.283895</c:v>
                </c:pt>
                <c:pt idx="12">
                  <c:v>0.381</c:v>
                </c:pt>
                <c:pt idx="13">
                  <c:v>0.57363</c:v>
                </c:pt>
                <c:pt idx="14">
                  <c:v>0.66639</c:v>
                </c:pt>
                <c:pt idx="15">
                  <c:v>0.62055</c:v>
                </c:pt>
                <c:pt idx="16">
                  <c:v>0.658915</c:v>
                </c:pt>
                <c:pt idx="17">
                  <c:v>0.70625</c:v>
                </c:pt>
                <c:pt idx="18">
                  <c:v>0.64279</c:v>
                </c:pt>
                <c:pt idx="19">
                  <c:v>0.706705</c:v>
                </c:pt>
                <c:pt idx="20">
                  <c:v>0.713705</c:v>
                </c:pt>
                <c:pt idx="21">
                  <c:v>0.713075</c:v>
                </c:pt>
                <c:pt idx="22">
                  <c:v>0.706895</c:v>
                </c:pt>
                <c:pt idx="23">
                  <c:v>0.680875</c:v>
                </c:pt>
              </c:numCache>
            </c:numRef>
          </c:yVal>
          <c:smooth val="0"/>
        </c:ser>
        <c:axId val="21942171"/>
        <c:axId val="69786129"/>
      </c:scatterChart>
      <c:valAx>
        <c:axId val="21942171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9786129"/>
        <c:crosses val="autoZero"/>
        <c:crossBetween val="midCat"/>
      </c:valAx>
      <c:valAx>
        <c:axId val="69786129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1942171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1.34503367800062</c:v>
                </c:pt>
                <c:pt idx="1">
                  <c:v>2.10652296700209</c:v>
                </c:pt>
                <c:pt idx="2">
                  <c:v>2.39035789300033</c:v>
                </c:pt>
                <c:pt idx="3">
                  <c:v>2.6597384500019</c:v>
                </c:pt>
                <c:pt idx="4">
                  <c:v>3.11429438199775</c:v>
                </c:pt>
                <c:pt idx="5">
                  <c:v>3.38794782699915</c:v>
                </c:pt>
                <c:pt idx="6">
                  <c:v>4.12289307000174</c:v>
                </c:pt>
                <c:pt idx="7">
                  <c:v>4.23462611599825</c:v>
                </c:pt>
                <c:pt idx="8">
                  <c:v>4.32318107200263</c:v>
                </c:pt>
                <c:pt idx="9">
                  <c:v>4.56136129700099</c:v>
                </c:pt>
                <c:pt idx="10">
                  <c:v>4.58423303299787</c:v>
                </c:pt>
                <c:pt idx="11">
                  <c:v>5.1060881409976</c:v>
                </c:pt>
                <c:pt idx="12">
                  <c:v>6.15405016299701</c:v>
                </c:pt>
                <c:pt idx="13">
                  <c:v>6.16221171500001</c:v>
                </c:pt>
                <c:pt idx="14">
                  <c:v>6.46180600400112</c:v>
                </c:pt>
                <c:pt idx="15">
                  <c:v>7.02970101499886</c:v>
                </c:pt>
                <c:pt idx="16">
                  <c:v>7.08986798699698</c:v>
                </c:pt>
                <c:pt idx="17">
                  <c:v>7.90550334100044</c:v>
                </c:pt>
                <c:pt idx="18">
                  <c:v>8.36135305500284</c:v>
                </c:pt>
                <c:pt idx="19">
                  <c:v>8.52559311799996</c:v>
                </c:pt>
                <c:pt idx="20">
                  <c:v>9.00297803400099</c:v>
                </c:pt>
                <c:pt idx="21">
                  <c:v>12.8356808440003</c:v>
                </c:pt>
                <c:pt idx="22">
                  <c:v>15.8365085920013</c:v>
                </c:pt>
                <c:pt idx="23">
                  <c:v>16.460224505001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0.405575</c:v>
                </c:pt>
                <c:pt idx="1">
                  <c:v>0.90491</c:v>
                </c:pt>
                <c:pt idx="2">
                  <c:v>0.676805</c:v>
                </c:pt>
                <c:pt idx="3">
                  <c:v>0.775865</c:v>
                </c:pt>
                <c:pt idx="4">
                  <c:v>0.54849</c:v>
                </c:pt>
                <c:pt idx="5">
                  <c:v>0.609625</c:v>
                </c:pt>
                <c:pt idx="6">
                  <c:v>0.880185</c:v>
                </c:pt>
                <c:pt idx="7">
                  <c:v>0.68228</c:v>
                </c:pt>
                <c:pt idx="8">
                  <c:v>0.907245</c:v>
                </c:pt>
                <c:pt idx="9">
                  <c:v>0.880445</c:v>
                </c:pt>
                <c:pt idx="10">
                  <c:v>0.729275</c:v>
                </c:pt>
                <c:pt idx="11">
                  <c:v>0.787205</c:v>
                </c:pt>
                <c:pt idx="12">
                  <c:v>0.725675</c:v>
                </c:pt>
                <c:pt idx="13">
                  <c:v>0.405575</c:v>
                </c:pt>
                <c:pt idx="14">
                  <c:v>0.88072</c:v>
                </c:pt>
                <c:pt idx="15">
                  <c:v>0.776775</c:v>
                </c:pt>
                <c:pt idx="16">
                  <c:v>0.833445</c:v>
                </c:pt>
                <c:pt idx="17">
                  <c:v>0.678955</c:v>
                </c:pt>
                <c:pt idx="18">
                  <c:v>0.83679</c:v>
                </c:pt>
                <c:pt idx="19">
                  <c:v>0.837985</c:v>
                </c:pt>
                <c:pt idx="20">
                  <c:v>0.84051</c:v>
                </c:pt>
                <c:pt idx="21">
                  <c:v>0.88104</c:v>
                </c:pt>
                <c:pt idx="22">
                  <c:v>0.73268</c:v>
                </c:pt>
                <c:pt idx="23">
                  <c:v>0.824455</c:v>
                </c:pt>
              </c:numCache>
            </c:numRef>
          </c:yVal>
          <c:smooth val="0"/>
        </c:ser>
        <c:axId val="25721423"/>
        <c:axId val="4641166"/>
      </c:scatterChart>
      <c:valAx>
        <c:axId val="25721423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641166"/>
        <c:crosses val="autoZero"/>
        <c:crossBetween val="midCat"/>
      </c:valAx>
      <c:valAx>
        <c:axId val="4641166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5721423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1.96747802900063</c:v>
                </c:pt>
                <c:pt idx="1">
                  <c:v>2.02996606899978</c:v>
                </c:pt>
                <c:pt idx="2">
                  <c:v>2.4962560640015</c:v>
                </c:pt>
                <c:pt idx="3">
                  <c:v>2.78157140199983</c:v>
                </c:pt>
                <c:pt idx="4">
                  <c:v>2.84603649800192</c:v>
                </c:pt>
                <c:pt idx="5">
                  <c:v>3.98465596999813</c:v>
                </c:pt>
                <c:pt idx="6">
                  <c:v>4.27428304100249</c:v>
                </c:pt>
                <c:pt idx="7">
                  <c:v>4.4429264040009</c:v>
                </c:pt>
                <c:pt idx="8">
                  <c:v>4.62803465499746</c:v>
                </c:pt>
                <c:pt idx="9">
                  <c:v>4.67771124799765</c:v>
                </c:pt>
                <c:pt idx="10">
                  <c:v>4.90418225200119</c:v>
                </c:pt>
                <c:pt idx="11">
                  <c:v>5.34346897300202</c:v>
                </c:pt>
                <c:pt idx="12">
                  <c:v>6.71464700600336</c:v>
                </c:pt>
                <c:pt idx="13">
                  <c:v>6.72227364300125</c:v>
                </c:pt>
                <c:pt idx="14">
                  <c:v>6.79878486300004</c:v>
                </c:pt>
                <c:pt idx="15">
                  <c:v>6.93014994700206</c:v>
                </c:pt>
                <c:pt idx="16">
                  <c:v>7.49351758099874</c:v>
                </c:pt>
                <c:pt idx="17">
                  <c:v>8.12747554300222</c:v>
                </c:pt>
                <c:pt idx="18">
                  <c:v>8.13663642599931</c:v>
                </c:pt>
                <c:pt idx="19">
                  <c:v>8.18766672999846</c:v>
                </c:pt>
                <c:pt idx="20">
                  <c:v>9.03982396399806</c:v>
                </c:pt>
                <c:pt idx="21">
                  <c:v>12.6906486710031</c:v>
                </c:pt>
                <c:pt idx="22">
                  <c:v>16.4241773260001</c:v>
                </c:pt>
                <c:pt idx="23">
                  <c:v>17.599990576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0.358825</c:v>
                </c:pt>
                <c:pt idx="1">
                  <c:v>0.90312</c:v>
                </c:pt>
                <c:pt idx="2">
                  <c:v>0.57041</c:v>
                </c:pt>
                <c:pt idx="3">
                  <c:v>0.46652</c:v>
                </c:pt>
                <c:pt idx="4">
                  <c:v>0.71724</c:v>
                </c:pt>
                <c:pt idx="5">
                  <c:v>0.903295</c:v>
                </c:pt>
                <c:pt idx="6">
                  <c:v>0.556125</c:v>
                </c:pt>
                <c:pt idx="7">
                  <c:v>0.866995</c:v>
                </c:pt>
                <c:pt idx="8">
                  <c:v>0.80046</c:v>
                </c:pt>
                <c:pt idx="9">
                  <c:v>0.879775</c:v>
                </c:pt>
                <c:pt idx="10">
                  <c:v>0.69801</c:v>
                </c:pt>
                <c:pt idx="11">
                  <c:v>0.868995</c:v>
                </c:pt>
                <c:pt idx="12">
                  <c:v>0.67407</c:v>
                </c:pt>
                <c:pt idx="13">
                  <c:v>0.88151</c:v>
                </c:pt>
                <c:pt idx="14">
                  <c:v>0.358825</c:v>
                </c:pt>
                <c:pt idx="15">
                  <c:v>0.804625</c:v>
                </c:pt>
                <c:pt idx="16">
                  <c:v>0.74338</c:v>
                </c:pt>
                <c:pt idx="17">
                  <c:v>0.88146</c:v>
                </c:pt>
                <c:pt idx="18">
                  <c:v>0.78482</c:v>
                </c:pt>
                <c:pt idx="19">
                  <c:v>0.86014</c:v>
                </c:pt>
                <c:pt idx="20">
                  <c:v>0.84667</c:v>
                </c:pt>
                <c:pt idx="21">
                  <c:v>0.89059</c:v>
                </c:pt>
                <c:pt idx="22">
                  <c:v>0.7392</c:v>
                </c:pt>
                <c:pt idx="23">
                  <c:v>0.786495</c:v>
                </c:pt>
              </c:numCache>
            </c:numRef>
          </c:yVal>
          <c:smooth val="0"/>
        </c:ser>
        <c:axId val="25314777"/>
        <c:axId val="35299423"/>
      </c:scatterChart>
      <c:valAx>
        <c:axId val="25314777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35299423"/>
        <c:crosses val="autoZero"/>
        <c:crossBetween val="midCat"/>
      </c:valAx>
      <c:valAx>
        <c:axId val="35299423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5314777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1.76301949199842</c:v>
                </c:pt>
                <c:pt idx="1">
                  <c:v>2.43554137799947</c:v>
                </c:pt>
                <c:pt idx="2">
                  <c:v>2.73160344600183</c:v>
                </c:pt>
                <c:pt idx="3">
                  <c:v>3.11456916800307</c:v>
                </c:pt>
                <c:pt idx="4">
                  <c:v>3.18076087599911</c:v>
                </c:pt>
                <c:pt idx="5">
                  <c:v>4.32979213599901</c:v>
                </c:pt>
                <c:pt idx="6">
                  <c:v>4.5577487369992</c:v>
                </c:pt>
                <c:pt idx="7">
                  <c:v>4.63070521700138</c:v>
                </c:pt>
                <c:pt idx="8">
                  <c:v>4.93392423299883</c:v>
                </c:pt>
                <c:pt idx="9">
                  <c:v>5.18263618199853</c:v>
                </c:pt>
                <c:pt idx="10">
                  <c:v>5.63197244999901</c:v>
                </c:pt>
                <c:pt idx="11">
                  <c:v>5.64802503900137</c:v>
                </c:pt>
                <c:pt idx="12">
                  <c:v>6.37146625799869</c:v>
                </c:pt>
                <c:pt idx="13">
                  <c:v>6.56909379399804</c:v>
                </c:pt>
                <c:pt idx="14">
                  <c:v>6.57341902299959</c:v>
                </c:pt>
                <c:pt idx="15">
                  <c:v>7.50155616800112</c:v>
                </c:pt>
                <c:pt idx="16">
                  <c:v>7.99884704700162</c:v>
                </c:pt>
                <c:pt idx="17">
                  <c:v>8.07840655399923</c:v>
                </c:pt>
                <c:pt idx="18">
                  <c:v>8.81505890800327</c:v>
                </c:pt>
                <c:pt idx="19">
                  <c:v>10.0093620650005</c:v>
                </c:pt>
                <c:pt idx="20">
                  <c:v>10.0226733320014</c:v>
                </c:pt>
                <c:pt idx="21">
                  <c:v>12.2506421180005</c:v>
                </c:pt>
                <c:pt idx="22">
                  <c:v>14.9685401979987</c:v>
                </c:pt>
                <c:pt idx="23">
                  <c:v>15.3527947969997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0.321895</c:v>
                </c:pt>
                <c:pt idx="1">
                  <c:v>0.824165</c:v>
                </c:pt>
                <c:pt idx="2">
                  <c:v>0.443355</c:v>
                </c:pt>
                <c:pt idx="3">
                  <c:v>0.387595</c:v>
                </c:pt>
                <c:pt idx="4">
                  <c:v>0.603895</c:v>
                </c:pt>
                <c:pt idx="5">
                  <c:v>0.757955</c:v>
                </c:pt>
                <c:pt idx="6">
                  <c:v>0.495685</c:v>
                </c:pt>
                <c:pt idx="7">
                  <c:v>0.589795</c:v>
                </c:pt>
                <c:pt idx="8">
                  <c:v>0.790455</c:v>
                </c:pt>
                <c:pt idx="9">
                  <c:v>0.73802</c:v>
                </c:pt>
                <c:pt idx="10">
                  <c:v>0.822775</c:v>
                </c:pt>
                <c:pt idx="11">
                  <c:v>0.80276</c:v>
                </c:pt>
                <c:pt idx="12">
                  <c:v>0.788365</c:v>
                </c:pt>
                <c:pt idx="13">
                  <c:v>0.321895</c:v>
                </c:pt>
                <c:pt idx="14">
                  <c:v>0.559505</c:v>
                </c:pt>
                <c:pt idx="15">
                  <c:v>0.686585</c:v>
                </c:pt>
                <c:pt idx="16">
                  <c:v>0.652795</c:v>
                </c:pt>
                <c:pt idx="17">
                  <c:v>0.70413</c:v>
                </c:pt>
                <c:pt idx="18">
                  <c:v>0.80796</c:v>
                </c:pt>
                <c:pt idx="19">
                  <c:v>0.770205</c:v>
                </c:pt>
                <c:pt idx="20">
                  <c:v>0.7388</c:v>
                </c:pt>
                <c:pt idx="21">
                  <c:v>0.81138</c:v>
                </c:pt>
                <c:pt idx="22">
                  <c:v>0.642815</c:v>
                </c:pt>
                <c:pt idx="23">
                  <c:v>0.68442</c:v>
                </c:pt>
              </c:numCache>
            </c:numRef>
          </c:yVal>
          <c:smooth val="0"/>
        </c:ser>
        <c:axId val="40723428"/>
        <c:axId val="62801812"/>
      </c:scatterChart>
      <c:valAx>
        <c:axId val="40723428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2801812"/>
        <c:crosses val="autoZero"/>
        <c:crossBetween val="midCat"/>
      </c:valAx>
      <c:valAx>
        <c:axId val="62801812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40723428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Recall@10</c:v>
                </c:pt>
              </c:strCache>
            </c:strRef>
          </c:tx>
          <c:spPr>
            <a:solidFill>
              <a:srgbClr val="c0504d"/>
            </a:solidFill>
            <a:ln w="12600">
              <a:solidFill>
                <a:srgbClr val="c0504d"/>
              </a:solidFill>
              <a:round/>
            </a:ln>
          </c:spPr>
          <c:marker>
            <c:symbol val="circle"/>
            <c:size val="6"/>
            <c:spPr>
              <a:solidFill>
                <a:srgbClr val="c0504d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126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24"/>
                <c:pt idx="0">
                  <c:v>1.90054854999835</c:v>
                </c:pt>
                <c:pt idx="1">
                  <c:v>2.34076884400201</c:v>
                </c:pt>
                <c:pt idx="2">
                  <c:v>3.26897947899852</c:v>
                </c:pt>
                <c:pt idx="3">
                  <c:v>3.48244622600032</c:v>
                </c:pt>
                <c:pt idx="4">
                  <c:v>4.24657217300046</c:v>
                </c:pt>
                <c:pt idx="5">
                  <c:v>4.64273150900044</c:v>
                </c:pt>
                <c:pt idx="6">
                  <c:v>4.87601317600274</c:v>
                </c:pt>
                <c:pt idx="7">
                  <c:v>5.0076072410011</c:v>
                </c:pt>
                <c:pt idx="8">
                  <c:v>5.02177514099822</c:v>
                </c:pt>
                <c:pt idx="9">
                  <c:v>5.08091371400224</c:v>
                </c:pt>
                <c:pt idx="10">
                  <c:v>6.05864135999946</c:v>
                </c:pt>
                <c:pt idx="11">
                  <c:v>6.21549515299921</c:v>
                </c:pt>
                <c:pt idx="12">
                  <c:v>6.62597026499861</c:v>
                </c:pt>
                <c:pt idx="13">
                  <c:v>6.63119967400053</c:v>
                </c:pt>
                <c:pt idx="14">
                  <c:v>6.74731297700055</c:v>
                </c:pt>
                <c:pt idx="15">
                  <c:v>7.21365854599935</c:v>
                </c:pt>
                <c:pt idx="16">
                  <c:v>7.90853674200116</c:v>
                </c:pt>
                <c:pt idx="17">
                  <c:v>8.21784373799892</c:v>
                </c:pt>
                <c:pt idx="18">
                  <c:v>8.52863484699992</c:v>
                </c:pt>
                <c:pt idx="19">
                  <c:v>8.58334984300018</c:v>
                </c:pt>
                <c:pt idx="20">
                  <c:v>8.93449194899949</c:v>
                </c:pt>
                <c:pt idx="21">
                  <c:v>12.0031382919988</c:v>
                </c:pt>
                <c:pt idx="22">
                  <c:v>16.2354908639973</c:v>
                </c:pt>
                <c:pt idx="23">
                  <c:v>16.9075873099973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24"/>
                <c:pt idx="0">
                  <c:v>0.283895</c:v>
                </c:pt>
                <c:pt idx="1">
                  <c:v>0.713705</c:v>
                </c:pt>
                <c:pt idx="2">
                  <c:v>0.45315</c:v>
                </c:pt>
                <c:pt idx="3">
                  <c:v>0.32762</c:v>
                </c:pt>
                <c:pt idx="4">
                  <c:v>0.381</c:v>
                </c:pt>
                <c:pt idx="5">
                  <c:v>0.45812</c:v>
                </c:pt>
                <c:pt idx="6">
                  <c:v>0.28224</c:v>
                </c:pt>
                <c:pt idx="7">
                  <c:v>0.713075</c:v>
                </c:pt>
                <c:pt idx="8">
                  <c:v>0.62055</c:v>
                </c:pt>
                <c:pt idx="9">
                  <c:v>0.680875</c:v>
                </c:pt>
                <c:pt idx="10">
                  <c:v>0.706705</c:v>
                </c:pt>
                <c:pt idx="11">
                  <c:v>0.64279</c:v>
                </c:pt>
                <c:pt idx="12">
                  <c:v>0.283895</c:v>
                </c:pt>
                <c:pt idx="13">
                  <c:v>0.424645</c:v>
                </c:pt>
                <c:pt idx="14">
                  <c:v>0.66639</c:v>
                </c:pt>
                <c:pt idx="15">
                  <c:v>0.537805</c:v>
                </c:pt>
                <c:pt idx="16">
                  <c:v>0.57363</c:v>
                </c:pt>
                <c:pt idx="17">
                  <c:v>0.52102</c:v>
                </c:pt>
                <c:pt idx="18">
                  <c:v>0.70625</c:v>
                </c:pt>
                <c:pt idx="19">
                  <c:v>0.658915</c:v>
                </c:pt>
                <c:pt idx="20">
                  <c:v>0.59318</c:v>
                </c:pt>
                <c:pt idx="21">
                  <c:v>0.706895</c:v>
                </c:pt>
                <c:pt idx="22">
                  <c:v>0.509025</c:v>
                </c:pt>
                <c:pt idx="23">
                  <c:v>0.524135</c:v>
                </c:pt>
              </c:numCache>
            </c:numRef>
          </c:yVal>
          <c:smooth val="0"/>
        </c:ser>
        <c:axId val="65550236"/>
        <c:axId val="94710923"/>
      </c:scatterChart>
      <c:valAx>
        <c:axId val="65550236"/>
        <c:scaling>
          <c:orientation val="minMax"/>
        </c:scaling>
        <c:delete val="0"/>
        <c:axPos val="b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94710923"/>
        <c:crosses val="autoZero"/>
        <c:crossBetween val="midCat"/>
      </c:valAx>
      <c:valAx>
        <c:axId val="94710923"/>
        <c:scaling>
          <c:orientation val="minMax"/>
          <c:max val="1"/>
          <c:min val="0"/>
        </c:scaling>
        <c:delete val="0"/>
        <c:axPos val="l"/>
        <c:majorGridlines>
          <c:spPr>
            <a:ln w="1260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65550236"/>
        <c:crosses val="autoZero"/>
        <c:crossBetween val="midCat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BC5363C-32D1-4E00-A820-4043269519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https://arxiv.org/abs/1908.10396 (ScaNN / anisotropic quantization)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4C784A-5EF8-4AC8-9713-98F1CA64CA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https://arxiv.org/abs/1908.10396 (routing + PQ/LUT + reorder в ScaNN)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https://nlp.stanford.edu/projects/glove/ (GloVe, размерности 50/100/200/300)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527E28-8C5E-499E-9DCC-8835FB66D6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https://arxiv.org/abs/1908.10396 (anisotropic / score-aware quantization и формулы обновления)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B45A91-FE4C-442E-985B-E80A5789D2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https://arxiv.org/abs/1908.10396 (роль routing/PQ/reorder и гиперпараметров)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3FE28E-1F7C-4BE2-9E1F-FA2ED477B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https://arxiv.org/abs/1908.10396 (ScaNN)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Экспериментальные результаты: 3_scann_eval_summary.csv (внутренний артефакт проекта)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C70F62-2EB6-428B-9008-63B7BA22AD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Экспериментальные результаты: 3_scann_eval_summary.csv (внутренний артефакт проекта)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E9C64E-47AD-464A-B311-8DE2F20B51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Экспериментальные результаты: 3_scann_eval_summary.csv (внутренний артефакт проекта)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2CDBC-BF93-4F76-9D4B-038CED5B30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237744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6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</a:t>
            </a:r>
            <a:endParaRPr lang="en-US" sz="6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356616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Anisotropic Vector Quantization для ANN/MIPS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40080" y="644652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Guo et al., 2020 • Accelerating Large-Scale Inference with Anisotropic Vector Quantization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/>
          <p:nvPr/>
        </p:nvSpPr>
        <p:spPr>
          <a:xfrm>
            <a:off x="640080" y="411480"/>
            <a:ext cx="98136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Что такое ScaNN и его особенности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Box 2"/>
          <p:cNvSpPr/>
          <p:nvPr/>
        </p:nvSpPr>
        <p:spPr>
          <a:xfrm>
            <a:off x="822960" y="1325880"/>
            <a:ext cx="10972440" cy="56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ScaNN (Guo et al., 2020) — двухэтапный ANN/MIPS-поиск, заточенный под cosine/inner product в больших коллекциях.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1) Routing (partitioning): быстрый выбор подмножества кандидатов через coarse-векторную квантизацию/дерево.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2) Fast scoring: база хранится в PQ-кодах, запрос остаётся в float; ⟨q, x⟩ оценивается через LUT (ADC).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3) Reorder: точный пересчёт dot product на shortlist повышает точность при контролируемом времени.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Ключевая особенность: score-aware (anisotropic) quantization — оптимизация ошибки скоринга, сильнее штрафуется компонент ошибки вдоль направления x.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Память: при Ks≤256 используется 1 байт на подпространство ⇒ M байт/вектор (+ coarse-структура).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ScaNN: пайплайн поиска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822960" y="1280160"/>
            <a:ext cx="109724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Цель: top-k по cosine (эквивалентно dot product на L2-нормированных векторах)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1) Routing: coarse-кластеризация ограничивает число кандидатов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2) Fast scoring: PQ + LUT приближает ⟨q, x⟩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3) Reorder: точный rerank на shortlist (пересчёт dot product)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640080" y="4160520"/>
            <a:ext cx="25599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40080" y="4233600"/>
            <a:ext cx="2559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(nprobe кластеров)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3429000" y="4160520"/>
            <a:ext cx="25599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3429000" y="4233600"/>
            <a:ext cx="2559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PQ/LUT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(быстрый скоринг)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6217920" y="4160520"/>
            <a:ext cx="25599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6217920" y="4233600"/>
            <a:ext cx="2559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Reorder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(top-R rerank)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9006840" y="4160520"/>
            <a:ext cx="2559960" cy="685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9006840" y="4233600"/>
            <a:ext cx="2559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Top-k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ответ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3246120" y="4503240"/>
            <a:ext cx="137160" cy="360"/>
          </a:xfrm>
          <a:prstGeom prst="line">
            <a:avLst/>
          </a:prstGeom>
          <a:ln w="254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035040" y="4503240"/>
            <a:ext cx="137160" cy="360"/>
          </a:xfrm>
          <a:prstGeom prst="line">
            <a:avLst/>
          </a:prstGeom>
          <a:ln w="254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2"/>
          <p:cNvSpPr/>
          <p:nvPr/>
        </p:nvSpPr>
        <p:spPr>
          <a:xfrm>
            <a:off x="8823960" y="4503240"/>
            <a:ext cx="137160" cy="360"/>
          </a:xfrm>
          <a:prstGeom prst="line">
            <a:avLst/>
          </a:prstGeom>
          <a:ln w="254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40080" y="644652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Идея: меньше кандидатов + дешевле скоринг ⇒ выше QPS при приемлемом recall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Линейная алгебра в ScaNN: anisotropic VQ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822960" y="1234440"/>
            <a:ext cx="109724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Для MIPS важна ошибка вдоль направления x: она напрямую влияет на ⟨q, x⟩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 оптимизирует score-aware loss: сильнее штрафует «параллельную» компоненту ошибки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Обновление центроида сводится к решению малой СЛАУ (d×d) на каждом кластере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"/>
          <p:cNvSpPr/>
          <p:nvPr/>
        </p:nvSpPr>
        <p:spPr>
          <a:xfrm>
            <a:off x="822960" y="3429000"/>
            <a:ext cx="10789560" cy="265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1005840" y="3611880"/>
            <a:ext cx="104238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Loss (упрощённо):  ||x − c||²  + (γ−1)·((||x||² − ⟨x,c⟩)² / ||x||²)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Центроид (фикс. разбиение S):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(|S|I + (γ−1)·Σ_{x∈S} (xxᵀ / ||x||²)) · c  =  γ·Σ_{x∈S} 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⇒ c = A^{-1} b  (решаем через solve; A — сумма ранга-1 матриц)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Гиперпараметры ScaNN (что влияет на качество/скорость)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82296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Routing (кандидаты)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822960" y="1600200"/>
            <a:ext cx="54860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nlist: число coarse-кластеров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nprobe: сколько кластеров просматриваем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candidate_count: кандидаты до PQ/LUT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6492240" y="12801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Quantization + reorder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6492240" y="1600200"/>
            <a:ext cx="51202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M (n_subspaces): число подпространств PQ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Ks (n_codewords): словарь в каждом подпространстве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γ: степень анизотропии (γ=1 → обычный PQ)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0120" indent="-33012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reorder_k: сколько пересчитываем точно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822960" y="4206240"/>
            <a:ext cx="10789560" cy="201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1005840" y="4343400"/>
            <a:ext cx="104238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Grid search (в ноутбуке): перебираем nlist/nprobe, Ks/M/γ, candidate_count, reorder_k.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Данные: общий pipeline 0_data → одинаковые train/test queries и gt_test для 50/100/200/300.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Метрики: Recall@K + время (fit, search, ms/query).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ScaNN: лучший Recall@10 по размерности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" name="Chart 0"/>
          <p:cNvGraphicFramePr/>
          <p:nvPr/>
        </p:nvGraphicFramePr>
        <p:xfrm>
          <a:off x="822960" y="1417320"/>
          <a:ext cx="5668920" cy="493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2" name="Text 1"/>
          <p:cNvSpPr/>
          <p:nvPr/>
        </p:nvSpPr>
        <p:spPr>
          <a:xfrm>
            <a:off x="6720840" y="14173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Лучшая конфигурация (по Recall@10)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" name="Table 0"/>
          <p:cNvGraphicFramePr/>
          <p:nvPr/>
        </p:nvGraphicFramePr>
        <p:xfrm>
          <a:off x="6720840" y="1874520"/>
          <a:ext cx="5074560" cy="329148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685800"/>
                <a:gridCol w="502920"/>
                <a:gridCol w="457200"/>
                <a:gridCol w="502920"/>
                <a:gridCol w="822960"/>
                <a:gridCol w="868680"/>
              </a:tblGrid>
              <a:tr h="658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nlist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nprobe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γ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cand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reord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512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512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1024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1024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10000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Text 2"/>
          <p:cNvSpPr/>
          <p:nvPr/>
        </p:nvSpPr>
        <p:spPr>
          <a:xfrm>
            <a:off x="6720840" y="5349240"/>
            <a:ext cx="5074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Замеры: Recall@10 на тестовых запросах (общий датасетный pipeline).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ScaNN: качество vs время поиска (ms/query)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731520" y="118872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Chart 0"/>
          <p:cNvGraphicFramePr/>
          <p:nvPr/>
        </p:nvGraphicFramePr>
        <p:xfrm>
          <a:off x="731520" y="1417320"/>
          <a:ext cx="5486040" cy="2285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8" name="Text 2"/>
          <p:cNvSpPr/>
          <p:nvPr/>
        </p:nvSpPr>
        <p:spPr>
          <a:xfrm>
            <a:off x="6400800" y="118872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d=100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" name="Chart 1"/>
          <p:cNvGraphicFramePr/>
          <p:nvPr/>
        </p:nvGraphicFramePr>
        <p:xfrm>
          <a:off x="6400800" y="1417320"/>
          <a:ext cx="5486040" cy="2285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0" name="Text 3"/>
          <p:cNvSpPr/>
          <p:nvPr/>
        </p:nvSpPr>
        <p:spPr>
          <a:xfrm>
            <a:off x="731520" y="37947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d=200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1" name="Chart 2"/>
          <p:cNvGraphicFramePr/>
          <p:nvPr/>
        </p:nvGraphicFramePr>
        <p:xfrm>
          <a:off x="731520" y="4023360"/>
          <a:ext cx="5486040" cy="2285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"/>
          <p:cNvSpPr/>
          <p:nvPr/>
        </p:nvSpPr>
        <p:spPr>
          <a:xfrm>
            <a:off x="6400800" y="37947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d=300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Chart 3"/>
          <p:cNvGraphicFramePr/>
          <p:nvPr/>
        </p:nvGraphicFramePr>
        <p:xfrm>
          <a:off x="6400800" y="4023360"/>
          <a:ext cx="5486040" cy="2285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640080" y="41148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ScaNN: Recall@10 vs fit (сек)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31520" y="118872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" name="Chart 0"/>
          <p:cNvGraphicFramePr/>
          <p:nvPr/>
        </p:nvGraphicFramePr>
        <p:xfrm>
          <a:off x="731520" y="1417320"/>
          <a:ext cx="5486040" cy="223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7" name="Text 2"/>
          <p:cNvSpPr/>
          <p:nvPr/>
        </p:nvSpPr>
        <p:spPr>
          <a:xfrm>
            <a:off x="6400800" y="118872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d=100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" name="Chart 1"/>
          <p:cNvGraphicFramePr/>
          <p:nvPr/>
        </p:nvGraphicFramePr>
        <p:xfrm>
          <a:off x="6400800" y="1417320"/>
          <a:ext cx="5486040" cy="223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9" name="Text 3"/>
          <p:cNvSpPr/>
          <p:nvPr/>
        </p:nvSpPr>
        <p:spPr>
          <a:xfrm>
            <a:off x="731520" y="35661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d=200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" name="Chart 2"/>
          <p:cNvGraphicFramePr/>
          <p:nvPr/>
        </p:nvGraphicFramePr>
        <p:xfrm>
          <a:off x="731520" y="3794760"/>
          <a:ext cx="5486040" cy="223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1" name="Text 4"/>
          <p:cNvSpPr/>
          <p:nvPr/>
        </p:nvSpPr>
        <p:spPr>
          <a:xfrm>
            <a:off x="6400800" y="356616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d=300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Chart 3"/>
          <p:cNvGraphicFramePr/>
          <p:nvPr/>
        </p:nvGraphicFramePr>
        <p:xfrm>
          <a:off x="6400800" y="3794760"/>
          <a:ext cx="5486040" cy="223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3" name="Shape 5"/>
          <p:cNvSpPr/>
          <p:nvPr/>
        </p:nvSpPr>
        <p:spPr>
          <a:xfrm>
            <a:off x="731520" y="6172200"/>
            <a:ext cx="1142964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868680" y="6272640"/>
            <a:ext cx="11155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Наблюдение: повышение nprobe/reorder_k увеличивает recall, но линейно/квазилинейно увеличивает время поиска.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LibreOffice/25.8.4.2$Linux_X86_64 LibreOffice_project/0b6deb1565d6226fb81e7f54d104471baea763d5</Application>
  <AppVersion>15.0000</AppVersion>
  <Words>0</Words>
  <Paragraphs>0</Paragraphs>
  <Company>NLA 2025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2025-12-21T16:06:57Z</dcterms:created>
  <dc:creator>ann-nla-project</dc:creator>
  <dc:description/>
  <dc:language>en-US</dc:language>
  <cp:lastModifiedBy/>
  <dcterms:modified xsi:type="dcterms:W3CDTF">2025-12-21T21:35:42Z</dcterms:modified>
  <cp:revision>2</cp:revision>
  <dc:subject>ScaNN section</dc:subject>
  <dc:title>ScaNN (Guo et al., 2020)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